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2000" cy="508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2C55E"/>
                </a:solidFill>
                <a:latin typeface="Segoe UI"/>
              </a:rPr>
              <a:t>BANKING ADMIN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Managing employees &amp; their linked accounts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4A3B8"/>
                </a:solidFill>
                <a:latin typeface="Segoe UI"/>
              </a:rPr>
              <a:t>An Angular 17 + NgRx admin tool, built as a take-home and treated as a real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5E7EB"/>
                </a:solidFill>
                <a:latin typeface="Segoe UI"/>
              </a:rPr>
              <a:t>Senior Angular Developer  ·  Interview Walkthrough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8BDF8"/>
                </a:solidFill>
                <a:latin typeface="Consolas"/>
              </a:rPr>
              <a:t>Angular 17 · TypeScript · NgRx + Signals · RxJS · Express · Jest · Cypress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What we'll walk 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E5E7EB"/>
                </a:solidFill>
                <a:latin typeface="Segoe UI"/>
              </a:rPr>
              <a:t>▸ The project in one minute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E5E7EB"/>
                </a:solidFill>
                <a:latin typeface="Segoe UI"/>
              </a:rPr>
              <a:t>▸ The 2-minute pitch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E5E7EB"/>
                </a:solidFill>
                <a:latin typeface="Segoe UI"/>
              </a:rPr>
              <a:t>▸ System architecture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E5E7EB"/>
                </a:solidFill>
                <a:latin typeface="Segoe UI"/>
              </a:rPr>
              <a:t>▸ NgRx + Signals — the split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E5E7EB"/>
                </a:solidFill>
                <a:latin typeface="Segoe UI"/>
              </a:rPr>
              <a:t>▸ Backend layering (MVC + repo + service)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4864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E5E7EB"/>
                </a:solidFill>
                <a:latin typeface="Segoe UI"/>
              </a:rPr>
              <a:t>▸ Key decisions &amp; trade-offs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E5E7EB"/>
                </a:solidFill>
                <a:latin typeface="Segoe UI"/>
              </a:rPr>
              <a:t>▸ Code that shows the craft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E5E7EB"/>
                </a:solidFill>
                <a:latin typeface="Segoe UI"/>
              </a:rPr>
              <a:t>▸ Quantified impact (honest numbers)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E5E7EB"/>
                </a:solidFill>
                <a:latin typeface="Segoe UI"/>
              </a:rPr>
              <a:t>▸ What didn't work / what's missing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E5E7EB"/>
                </a:solidFill>
                <a:latin typeface="Segoe UI"/>
              </a:rPr>
              <a:t>▸ Scaling 10x  · 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The project in one minute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667512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E5E7EB"/>
                </a:solidFill>
                <a:latin typeface="Segoe UI"/>
              </a:rPr>
              <a:t>▸ An internal Banking Admin Portal: a back-office admin manages employees and their linked banking accounts.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E5E7EB"/>
                </a:solidFill>
                <a:latin typeface="Segoe UI"/>
              </a:rPr>
              <a:t>▸ Full CRUD on both domains, all five HTTP verbs, NgRx, reactive forms, tests.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2C55E"/>
                </a:solidFill>
                <a:latin typeface="Segoe UI"/>
              </a:rPr>
              <a:t>▸ The interesting question: what would this look like if it shipped behind SSO at a bank tomorrow?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▸ Sole developer — frontend, backend mock, tests, docs, accessibility, responsive.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645920"/>
            <a:ext cx="3931920" cy="4023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828800"/>
            <a:ext cx="3383280" cy="3657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AT A GLANCE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100% 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Required features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3 / 3 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Bonus items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4 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Frontend unit specs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2 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Backend Jest suites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4 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Cypress e2e flows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phone → 4K 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Responsive tiers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THE 2-MINUTE PITCH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Context · Problem ·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728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8960"/>
            <a:ext cx="104241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2C55E"/>
                </a:solidFill>
                <a:latin typeface="Segoe UI"/>
              </a:rPr>
              <a:t>CONTEXT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5E7EB"/>
                </a:solidFill>
                <a:latin typeface="Segoe UI"/>
              </a:rPr>
              <a:t>A take-home for a Senior Angular role at a Canadian bank — an internal portal to manage employees and accounts.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109728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64840"/>
            <a:ext cx="104241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2C55E"/>
                </a:solidFill>
                <a:latin typeface="Segoe UI"/>
              </a:rPr>
              <a:t>PROBLEM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5E7EB"/>
                </a:solidFill>
                <a:latin typeface="Segoe UI"/>
              </a:rPr>
              <a:t>The brief was generic. The real question: build it like it's going to production at a bank, not like a spec speed-run.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89120"/>
            <a:ext cx="109728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90720"/>
            <a:ext cx="104241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2C55E"/>
                </a:solidFill>
                <a:latin typeface="Segoe UI"/>
              </a:rPr>
              <a:t>ROLE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5E7EB"/>
                </a:solidFill>
                <a:latin typeface="Segoe UI"/>
              </a:rPr>
              <a:t>Sole developer — scaffolding through ongoing refactors, across frontend, backend mock, tests, docs and accessibility.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THE PITCH, CONTINUED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Three key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11880" cy="3383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7880" y="1920240"/>
            <a:ext cx="3291840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22C55E"/>
                </a:solidFill>
                <a:latin typeface="Segoe UI Semibold"/>
              </a:rPr>
              <a:t>1 · Layered backend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Strict MVC + repository +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service — not a single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server.js. Business rules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stay testable in isolation.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1737360"/>
            <a:ext cx="3611880" cy="3383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919" y="1920240"/>
            <a:ext cx="3291840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22C55E"/>
                </a:solidFill>
                <a:latin typeface="Segoe UI Semibold"/>
              </a:rPr>
              <a:t>2 · NgRx + Signals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NgRx stays the source of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truth; Signals appear at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three seams (toSignal,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signal, effect).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8" y="1737360"/>
            <a:ext cx="3611880" cy="3383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5958" y="1920240"/>
            <a:ext cx="3291840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22C55E"/>
                </a:solidFill>
                <a:latin typeface="Segoe UI Semibold"/>
              </a:rPr>
              <a:t>3 · Append-only audit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Per-employee audit log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with field-level diffs.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Banks audit everything —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the obvious extension.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94A3B8"/>
                </a:solidFill>
                <a:latin typeface="Segoe UI"/>
              </a:rPr>
              <a:t>Impact: every required feature + all 3 bonus items · backend Jest on the two highest-risk services · 4 Cypress flows · responsive to 4K · WCAG 2.1 AA on interactive surfaces.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System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417320"/>
            <a:ext cx="2468880" cy="5029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972800" cy="1783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ANGULAR 17  ·  :4200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06040"/>
            <a:ext cx="2286000" cy="10972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Components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onsolas"/>
              </a:rPr>
              <a:t>templates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onsolas"/>
              </a:rPr>
              <a:t>OnPush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606040"/>
            <a:ext cx="2286000" cy="10972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Facade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onsolas"/>
              </a:rPr>
              <a:t>Employee/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onsolas"/>
              </a:rPr>
              <a:t>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606040"/>
            <a:ext cx="2286000" cy="10972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NgRx store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onsolas"/>
              </a:rPr>
              <a:t>actions/reducer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onsolas"/>
              </a:rPr>
              <a:t>selectors/effects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606040"/>
            <a:ext cx="2743200" cy="10972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Interceptors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onsolas"/>
              </a:rPr>
              <a:t>correlation-id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onsolas"/>
              </a:rPr>
              <a:t>error → ApiError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3154680"/>
            <a:ext cx="274320" cy="0"/>
          </a:xfrm>
          <a:prstGeom prst="bentConnector3">
            <a:avLst/>
          </a:prstGeom>
          <a:ln w="2540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0" y="3154680"/>
            <a:ext cx="274320" cy="0"/>
          </a:xfrm>
          <a:prstGeom prst="bentConnector3">
            <a:avLst/>
          </a:prstGeom>
          <a:ln w="2540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75320" y="3154680"/>
            <a:ext cx="274320" cy="0"/>
          </a:xfrm>
          <a:prstGeom prst="bentConnector3">
            <a:avLst/>
          </a:prstGeom>
          <a:ln w="2540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60" y="3931920"/>
            <a:ext cx="0" cy="411480"/>
          </a:xfrm>
          <a:prstGeom prst="bentConnector3">
            <a:avLst/>
          </a:prstGeom>
          <a:ln w="2540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0" y="3950208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</a:rPr>
              <a:t>proxy /api/*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10972800" cy="1783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EXPRESS MOCK API  ·  :3000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846320"/>
            <a:ext cx="1993392" cy="10972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Routes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846320"/>
            <a:ext cx="1993392" cy="10972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Controllers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onsolas"/>
              </a:rPr>
              <a:t>HTTP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4846320"/>
            <a:ext cx="1993392" cy="10972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Services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onsolas"/>
              </a:rPr>
              <a:t>rules +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846320"/>
            <a:ext cx="1993392" cy="10972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Repositories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onsolas"/>
              </a:rPr>
              <a:t>pure CRUD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4846320"/>
            <a:ext cx="1993392" cy="10972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Store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onsolas"/>
              </a:rPr>
              <a:t>in-memory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62072" y="5394960"/>
            <a:ext cx="155448" cy="0"/>
          </a:xfrm>
          <a:prstGeom prst="bentConnector3">
            <a:avLst/>
          </a:prstGeom>
          <a:ln w="2540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10912" y="5394960"/>
            <a:ext cx="155448" cy="0"/>
          </a:xfrm>
          <a:prstGeom prst="bentConnector3">
            <a:avLst/>
          </a:prstGeom>
          <a:ln w="2540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59752" y="5394960"/>
            <a:ext cx="155448" cy="0"/>
          </a:xfrm>
          <a:prstGeom prst="bentConnector3">
            <a:avLst/>
          </a:prstGeom>
          <a:ln w="2540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08592" y="5394960"/>
            <a:ext cx="155448" cy="0"/>
          </a:xfrm>
          <a:prstGeom prst="bentConnector3">
            <a:avLst/>
          </a:prstGeom>
          <a:ln w="2540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STATE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NgRx + Signals — the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5E7EB"/>
                </a:solidFill>
                <a:latin typeface="Segoe UI"/>
              </a:rPr>
              <a:t>NgRx stays the single source of truth. Signals appear at three specific seams — not sprinkled everywhere.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9456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31920"/>
                <a:gridCol w="521208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F172A"/>
                          </a:solidFill>
                          <a:latin typeface="Segoe UI"/>
                        </a:rPr>
                        <a:t>Seam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F172A"/>
                          </a:solidFill>
                          <a:latin typeface="Segoe UI"/>
                        </a:rPr>
                        <a:t>Where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F172A"/>
                          </a:solidFill>
                          <a:latin typeface="Segoe UI"/>
                        </a:rPr>
                        <a:t>Why it's the right tool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E5E7EB"/>
                          </a:solidFill>
                          <a:latin typeface="Segoe UI"/>
                        </a:rPr>
                        <a:t>toSignal()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E5E7EB"/>
                          </a:solidFill>
                          <a:latin typeface="Segoe UI"/>
                        </a:rPr>
                        <a:t>list / detail components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E5E7EB"/>
                          </a:solidFill>
                          <a:latin typeface="Segoe UI"/>
                        </a:rPr>
                        <a:t>Read facade state synchronously in templates; store unchanged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E5E7EB"/>
                          </a:solidFill>
                          <a:latin typeface="Segoe UI"/>
                        </a:rPr>
                        <a:t>signal()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E5E7EB"/>
                          </a:solidFill>
                          <a:latin typeface="Segoe UI"/>
                        </a:rPr>
                        <a:t>UI flags (showForm, confirmOpen)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E5E7EB"/>
                          </a:solidFill>
                          <a:latin typeface="Segoe UI"/>
                        </a:rPr>
                        <a:t>Never shared/persisted — an NgRx slice would be ceremony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E5E7EB"/>
                          </a:solidFill>
                          <a:latin typeface="Segoe UI"/>
                        </a:rPr>
                        <a:t>computed()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E5E7EB"/>
                          </a:solidFill>
                          <a:latin typeface="Segoe UI"/>
                        </a:rPr>
                        <a:t>page summary, form heading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E5E7EB"/>
                          </a:solidFill>
                          <a:latin typeface="Segoe UI"/>
                        </a:rPr>
                        <a:t>Memoised derivations of multiple signals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E5E7EB"/>
                          </a:solidFill>
                          <a:latin typeface="Segoe UI"/>
                        </a:rPr>
                        <a:t>effect()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E5E7EB"/>
                          </a:solidFill>
                          <a:latin typeface="Segoe UI"/>
                        </a:rPr>
                        <a:t>document.title sync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E5E7EB"/>
                          </a:solidFill>
                          <a:latin typeface="Segoe UI"/>
                        </a:rPr>
                        <a:t>State-driven DOM side effect, auto-tracked + auto-disposed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2C55E"/>
                </a:solidFill>
                <a:latin typeface="Segoe UI"/>
              </a:rPr>
              <a:t>"I didn't replace NgRx with Signals — I bolted them on at the leaf."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NgRx — one direction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011680" cy="8686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194560"/>
            <a:ext cx="2011680" cy="8686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Effect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2194560"/>
            <a:ext cx="2011680" cy="8686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API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94560"/>
            <a:ext cx="2011680" cy="8686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Express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624328"/>
            <a:ext cx="457200" cy="0"/>
          </a:xfrm>
          <a:prstGeom prst="bentConnector3">
            <a:avLst/>
          </a:prstGeom>
          <a:ln w="2540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20640" y="2624328"/>
            <a:ext cx="457200" cy="0"/>
          </a:xfrm>
          <a:prstGeom prst="bentConnector3">
            <a:avLst/>
          </a:prstGeom>
          <a:ln w="2540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89520" y="2624328"/>
            <a:ext cx="457200" cy="0"/>
          </a:xfrm>
          <a:prstGeom prst="bentConnector3">
            <a:avLst/>
          </a:prstGeom>
          <a:ln w="2540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178308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dispatch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78308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78308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HTTP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840480"/>
            <a:ext cx="2011680" cy="8686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Reducer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3840480"/>
            <a:ext cx="2011680" cy="8686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Store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0" y="3063240"/>
            <a:ext cx="0" cy="777240"/>
          </a:xfrm>
          <a:prstGeom prst="bentConnector3">
            <a:avLst/>
          </a:prstGeom>
          <a:ln w="2540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06240" y="320040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success/failure action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0640" y="4270248"/>
            <a:ext cx="457200" cy="0"/>
          </a:xfrm>
          <a:prstGeom prst="bentConnector3">
            <a:avLst/>
          </a:prstGeom>
          <a:ln w="2540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3840480"/>
            <a:ext cx="2011680" cy="868680"/>
          </a:xfrm>
          <a:prstGeom prst="roundRect">
            <a:avLst/>
          </a:prstGeom>
          <a:solidFill>
            <a:srgbClr val="263349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Facade</a:t>
            </a:r>
          </a:p>
          <a:p>
            <a:pPr algn="ctr"/>
            <a:r>
              <a:rPr sz="1000" b="0" i="0">
                <a:solidFill>
                  <a:srgbClr val="94A3B8"/>
                </a:solidFill>
                <a:latin typeface="Consolas"/>
              </a:rPr>
              <a:t>selector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651760" y="4270248"/>
            <a:ext cx="2926080" cy="0"/>
          </a:xfrm>
          <a:prstGeom prst="bentConnector3">
            <a:avLst/>
          </a:prstGeom>
          <a:ln w="2540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45920" y="3063240"/>
            <a:ext cx="0" cy="777240"/>
          </a:xfrm>
          <a:prstGeom prst="bentConnector3">
            <a:avLst/>
          </a:prstGeom>
          <a:ln w="2540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4892040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94A3B8"/>
                </a:solidFill>
                <a:latin typeface="Segoe UI"/>
              </a:rPr>
              <a:t>Component dispatches; only the effect touches HTTP; only the reducer writes the store; the facade is the read/write interface.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BACKEND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Layered MVC + repository +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486400" cy="4297680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263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080" y="1747520"/>
            <a:ext cx="5232400" cy="409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server/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routes/        URL -&gt; controller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controllers/   HTTP shape only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services/      business rules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         + audit + cascade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repositories/  pure CRUD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data/store.js  in-memory store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validators/    errors[] arrays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middleware/    cid, logger, errors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utils/         problem-details,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         sanitize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21208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22C55E"/>
                </a:solidFill>
                <a:latin typeface="Segoe UI"/>
              </a:rPr>
              <a:t>▸ One-way dependency:</a:t>
            </a:r>
          </a:p>
          <a:p>
            <a:pPr lvl="1">
              <a:spcAft>
                <a:spcPts val="1200"/>
              </a:spcAft>
            </a:pPr>
            <a:r>
              <a:rPr sz="1300" b="0" i="0">
                <a:solidFill>
                  <a:srgbClr val="38BDF8"/>
                </a:solidFill>
                <a:latin typeface="Segoe UI"/>
              </a:rPr>
              <a:t>– controller → service → repository → store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▸ Store is swappable — only repositories change when in-memory becomes Postgres.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▸ Business rules unit-testable against a stub repository, no HTTP server needed.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▸ Smell to watch: a controller importing a repository, or a service touching the store.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BACKEND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Request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72800" cy="4297680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263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080" y="1747520"/>
            <a:ext cx="10718800" cy="409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HTTP request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v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[middleware]   correlation-id  -&gt;  logger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v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[routes]       /api/employees/:id   -&gt;   controller.getById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v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[controller]   sanitize  -&gt;  validate  -&gt;  uniqueness check  -&gt;  service call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v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[service]      apply business rules (defaults, timestamps, cascades, audit)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v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[repository]   reads / mutates  data/store.js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v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HTTP response  (or  [error-handler] -&gt; RFC 7807 problem-details JSON)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TRADE-OFFS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Why this, over the alternatives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657600"/>
                <a:gridCol w="576072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F172A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F172A"/>
                          </a:solidFill>
                          <a:latin typeface="Segoe UI"/>
                        </a:rPr>
                        <a:t>Chosen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F172A"/>
                          </a:solidFill>
                          <a:latin typeface="Segoe UI"/>
                        </a:rPr>
                        <a:t>Rejected — and why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State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NgRx + Signals at the leaf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NgRx-only (template ceremony); Signals-only (lose DevTools)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MVC + repo + service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single server.js — no home for audit-diff logic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Page size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clamp at 100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400 reject — breaks a caller who didn't know the limit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Delete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soft-close accts; hard+cascade employee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hard-delete all — destroys audit history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Validation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hand-rolled functions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zod/joi — extra dep; rules simple enough here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22C55E"/>
                </a:solidFill>
                <a:latin typeface="Segoe UI"/>
              </a:rPr>
              <a:t>Every choice has the rejected alternative named — that's the senior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CODE · BACKEND HERO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Cascade delete + audit (employee.service.js)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972800" cy="3657600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263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080" y="1701800"/>
            <a:ext cx="10718800" cy="345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remove(employeeId, context)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const employee = EmployeeRepository.findById(employeeId);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if (!employee) return false;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// Snapshot OPEN accounts about to be cascade-closed.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const toClose = AccountRepository.findByEmployeeId(employeeId)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  .filter((a) =&gt; a.status === 'OPEN').map((a) =&gt; ({ ...a }));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EmployeeRepository.deleteById(employeeId);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AccountRepository.updateAllByEmployeeId(employeeId, { status: 'CLOSED', updatedAt: nowIso() });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AuditService.recordEmployeeDeleted(employee, context);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for (const acc of toClose) AuditService.recordAccountCascadeClosed(acc, context);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return true;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94A3B8"/>
                </a:solidFill>
                <a:latin typeface="Segoe UI"/>
              </a:rPr>
              <a:t>One cohesive, transaction-shaped function orchestrating two repositories + the audit service. Has its own Jest suite — proves the cascade without booting Express.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CODE · FRONTEND SEAM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Signals bridged onto NgRx (employee-detail)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972800" cy="3291840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263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080" y="1701800"/>
            <a:ext cx="10718800" cy="308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protected readonly employee =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toSignal(this.facade.selected$, { initialValue: null });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constructor()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// state-driven DOM side effect: keep the tab title in sync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effect(() =&gt;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const emp = this.employee();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document.title = emp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? `${emp.firstName} ${emp.lastName} - ${DEFAULT_TITLE}`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: DEFAULT_TITLE;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});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94A3B8"/>
                </a:solidFill>
                <a:latin typeface="Segoe UI"/>
              </a:rPr>
              <a:t>toSignal() bridges a facade observable to the template; effect() handles a DOM side effect, auto-tracking employee() and tearing itself down via DestroyRef. NgRx stays the source of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CODE · FORMS CRAFT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Async unique-email validator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972800" cy="3383280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263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080" y="1701800"/>
            <a:ext cx="10718800" cy="318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return of(value).pipe(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debounceTime(150),        // don't hit the API on every keystroke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distinctUntilChanged(),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switchMap((email) =&gt; api.isEmailAvailable(email, excludeIdProvider()).pipe(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  map((available) =&gt; (available ? null : { emailTaken: true })),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  catchError(() =&gt; of(null))  // network error -&gt; don't block; server re-checks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)),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  first()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94A3B8"/>
                </a:solidFill>
                <a:latin typeface="Segoe UI"/>
              </a:rPr>
              <a:t>A validator factory taking the API service + an excludeIdProvider (so an edit form's own email isn't a clash). Debounced, deduped, fails-open on network error, fires on blur.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CODE · HTTP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Two functional interceptors, ordered on purpose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72800" cy="1371600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263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080" y="1747520"/>
            <a:ext cx="10718800" cy="1168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provideHttpClient(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withFetch(),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withInterceptors([correlationIdInterceptor, errorInterceptor])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12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▸ correlationIdInterceptor — attaches X-Correlation-Id per request (crypto.randomUUID()).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▸ errorInterceptor — normalises HttpErrorResponse into ApiError, preserves the cid, logs it.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2C55E"/>
                </a:solidFill>
                <a:latin typeface="Segoe UI"/>
              </a:rPr>
              <a:t>▸ Order matters: cid runs first so the error handler can read the id it attached.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▸ Functional interceptors — the modern, tree-shakeable style, not class-based providers.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DOMAIN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Append-only audit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48640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▸ Every meaningful write is recorded as an immutable entry.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2C55E"/>
                </a:solidFill>
                <a:latin typeface="Segoe UI"/>
              </a:rPr>
              <a:t>▸ Per-action shape:</a:t>
            </a:r>
          </a:p>
          <a:p>
            <a:pPr lvl="1">
              <a:spcAft>
                <a:spcPts val="1000"/>
              </a:spcAft>
            </a:pPr>
            <a:r>
              <a:rPr sz="1300" b="0" i="0">
                <a:solidFill>
                  <a:srgbClr val="E5E7EB"/>
                </a:solidFill>
                <a:latin typeface="Segoe UI"/>
              </a:rPr>
              <a:t>– CREATE / DELETE — full snapshot</a:t>
            </a:r>
          </a:p>
          <a:p>
            <a:pPr lvl="1">
              <a:spcAft>
                <a:spcPts val="1000"/>
              </a:spcAft>
            </a:pPr>
            <a:r>
              <a:rPr sz="1300" b="0" i="0">
                <a:solidFill>
                  <a:srgbClr val="E5E7EB"/>
                </a:solidFill>
                <a:latin typeface="Segoe UI"/>
              </a:rPr>
              <a:t>– UPDATE — field-level { before, after } diff</a:t>
            </a:r>
          </a:p>
          <a:p>
            <a:pPr lvl="1">
              <a:spcAft>
                <a:spcPts val="1000"/>
              </a:spcAft>
            </a:pPr>
            <a:r>
              <a:rPr sz="1300" b="0" i="0">
                <a:solidFill>
                  <a:srgbClr val="E5E7EB"/>
                </a:solidFill>
                <a:latin typeface="Segoe UI"/>
              </a:rPr>
              <a:t>– CLOSE / REOPEN / CASCADE_CLOSE — narrative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E5E7EB"/>
                </a:solidFill>
                <a:latin typeface="Segoe UI"/>
              </a:rPr>
              <a:t>▸ Attributed to actor + the request's correlation id.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▸ Repository exposes no update/delete — append-only by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91640"/>
            <a:ext cx="5212080" cy="3931920"/>
          </a:xfrm>
          <a:prstGeom prst="roundRect">
            <a:avLst/>
          </a:prstGeom>
          <a:solidFill>
            <a:srgbClr val="0B1220"/>
          </a:solidFill>
          <a:ln w="15875">
            <a:solidFill>
              <a:srgbClr val="263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7800" y="1793240"/>
            <a:ext cx="4958080" cy="372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Admin clicks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"Mark INACTIVE"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v  PATCH /employees/:id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service.patch()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findById()  (BEFORE)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update()    (write)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audit.diff()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  { field: 'status',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    before: 'ACTIVE',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    after: 'INACTIVE' 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v  entry at top of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Quantified impact — the honest numbers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8580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F172A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F172A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Required spec features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Listed bonus items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3 of 3 (sort+paginate, audit log, Cypress e2e)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Frontend unit specs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4 — reducer, effect, service, form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Backend Jest suites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2 — the two highest-risk services (~30 cases)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Cypress e2e flows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4 — employee, account, audit, filters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Responsive tiers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phone ≤480 → tablet → desktop → 4K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Accessibility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E5E7EB"/>
                          </a:solidFill>
                          <a:latin typeface="Segoe UI"/>
                        </a:rPr>
                        <a:t>WCAG 2.1 AA on interactive surfaces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94A3B8"/>
                </a:solidFill>
                <a:latin typeface="Segoe UI"/>
              </a:rPr>
              <a:t>Tests concentrated where a regression silently corrupts data — not spread thin for a vanity percentage.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REFLECTION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The messy parts — what didn't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1600"/>
              </a:spcAft>
            </a:pPr>
            <a:r>
              <a:rPr sz="1500" b="0" i="0">
                <a:solidFill>
                  <a:srgbClr val="E5E7EB"/>
                </a:solidFill>
                <a:latin typeface="Segoe UI"/>
              </a:rPr>
              <a:t>▸ Branded EmployeeId type — reverted: ~15-file cascade for a marginal safety win. Shipped a lighter type alias.</a:t>
            </a:r>
          </a:p>
          <a:p>
            <a:pPr>
              <a:spcAft>
                <a:spcPts val="1600"/>
              </a:spcAft>
            </a:pPr>
            <a:r>
              <a:rPr sz="1500" b="0" i="0">
                <a:solidFill>
                  <a:srgbClr val="E5E7EB"/>
                </a:solidFill>
                <a:latin typeface="Segoe UI"/>
              </a:rPr>
              <a:t>▸ @Output('confirm') alias broke strict templates — renamed to confirmed/cancelled (style-guide form anyway).</a:t>
            </a:r>
          </a:p>
          <a:p>
            <a:pPr>
              <a:spcAft>
                <a:spcPts val="1600"/>
              </a:spcAft>
            </a:pPr>
            <a:r>
              <a:rPr sz="1500" b="0" i="0">
                <a:solidFill>
                  <a:srgbClr val="E5E7EB"/>
                </a:solidFill>
                <a:latin typeface="Segoe UI"/>
              </a:rPr>
              <a:t>▸ Pipe inside (click) action = silent parser error pointing at the wrong line — fixed by migrating to a signal read.</a:t>
            </a:r>
          </a:p>
          <a:p>
            <a:pPr>
              <a:spcAft>
                <a:spcPts val="1600"/>
              </a:spcAft>
            </a:pPr>
            <a:r>
              <a:rPr sz="1500" b="0" i="0">
                <a:solidFill>
                  <a:srgbClr val="E5E7EB"/>
                </a:solidFill>
                <a:latin typeface="Segoe UI"/>
              </a:rPr>
              <a:t>▸ Cypress audit specs carried state across runs — rewrote to assert on the newest entry + unique values.</a:t>
            </a:r>
          </a:p>
          <a:p>
            <a:pPr>
              <a:spcAft>
                <a:spcPts val="1600"/>
              </a:spcAft>
            </a:pPr>
            <a:r>
              <a:rPr sz="1500" b="1" i="0">
                <a:solidFill>
                  <a:srgbClr val="22C55E"/>
                </a:solidFill>
                <a:latin typeface="Segoe UI"/>
              </a:rPr>
              <a:t>▸ "production-shaped", not "production-ready" — pre-built the disclaimer into the pitch.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SCALING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How would you scale this 10x?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3210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F172A"/>
                          </a:solidFill>
                          <a:latin typeface="Segoe UI"/>
                        </a:rPr>
                        <a:t>Bottleneck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F172A"/>
                          </a:solidFill>
                          <a:latin typeface="Segoe UI"/>
                        </a:rPr>
                        <a:t>10x answer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In-memory store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Postgres + indexes on email, (employeeId,accountId), (employeeId, ts DESC)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Audit log growth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Already append-only → event sourcing; Redis read model for per-employee query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Single process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Shared DB → stateless → horizontal scale behind a load balancer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List payload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Server-side pagination + MAX_PAGE_SIZE clamp; CDN-cache with Vary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No tracing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X-Correlation-Id already there → OpenTelemetry, near-zero app change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First-load bundle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5E7EB"/>
                          </a:solidFill>
                          <a:latin typeface="Segoe UI"/>
                        </a:rPr>
                        <a:t>Already lazy-loaded per route; audit component ships with detail only</a:t>
                      </a:r>
                    </a:p>
                  </a:txBody>
                  <a:tcPr anchor="ctr">
                    <a:solidFill>
                      <a:srgbClr val="26334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22C55E"/>
                </a:solidFill>
                <a:latin typeface="Segoe UI"/>
              </a:rPr>
              <a:t>A shared database unlocks stateless horizontal scaling — naming that ordering is the senior move.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SELF-REVIEW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What's missing (I wrote my own PR review)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F4444"/>
                </a:solidFill>
                <a:latin typeface="Segoe UI"/>
              </a:rPr>
              <a:t>CRITICAL — would block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E5E7EB"/>
                </a:solidFill>
                <a:latin typeface="Segoe UI"/>
              </a:rPr>
              <a:t>▸ No authentication — every audit actor is 'admin'. JWT middleware unblocks everything.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E5E7EB"/>
                </a:solidFill>
                <a:latin typeface="Segoe UI"/>
              </a:rPr>
              <a:t>▸ No direct tests on validators / controllers / middleware (covered only via Cypress).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E5E7EB"/>
                </a:solidFill>
                <a:latin typeface="Segoe UI"/>
              </a:rPr>
              <a:t>▸ Validation rules duplicated client + server — risk of silent contract drift.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SHOULD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E5E7EB"/>
                </a:solidFill>
                <a:latin typeface="Segoe UI"/>
              </a:rPr>
              <a:t>▸ No CI pipeline · no rate limiting · prefers-reduced-motion not respected.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E5E7EB"/>
                </a:solidFill>
                <a:latin typeface="Segoe UI"/>
              </a:rPr>
              <a:t>▸ Confirm dialog rolls its own focus management instead of @angular/cdk/dialog.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578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22C55E"/>
                </a:solidFill>
                <a:latin typeface="Segoe UI"/>
              </a:rPr>
              <a:t>No code-review safety net on a solo build — so I wrote my own senior-dev review and shipped the top gaps in follow-up commits.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2000" cy="508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 Semibold"/>
              </a:rP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3200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Where would you like to go deeper?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E5E7EB"/>
                </a:solidFill>
                <a:latin typeface="Segoe UI"/>
              </a:rPr>
              <a:t>The NgRx + Signals boundary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E5E7EB"/>
                </a:solidFill>
                <a:latin typeface="Segoe UI"/>
              </a:rPr>
              <a:t>The backend layering &amp; cascade-delete transaction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E5E7EB"/>
                </a:solidFill>
                <a:latin typeface="Segoe UI"/>
              </a:rPr>
              <a:t>The audit-log design and the compliance angle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E5E7EB"/>
                </a:solidFill>
                <a:latin typeface="Segoe UI"/>
              </a:rPr>
              <a:t>The trade-offs I'd reverse (validation drift, auth)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94A3B8"/>
                </a:solidFill>
                <a:latin typeface="Segoe UI"/>
              </a:rPr>
              <a:t>Curiosity flip: "What does a great senior-Angular demo look like to you — I'd rather hear what you wish more candidates did."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Segoe UI"/>
              </a:rPr>
              <a:t>Banking Admin Portal  ·  Senior Angular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